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86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08EA-A3BE-2E21-A04D-F4946708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E6A86-92A3-8922-F68F-7FA5BCF0C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B3731-774E-23B9-ABB0-29637415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C0E29-A16E-EA7B-FCF8-30421F1AE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23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PRISM  |  Tech Management, SRI-B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16329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11111"/>
                </a:solidFill>
              </a:rPr>
              <a:t>CLASH OF THE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9739" y="475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</a:rPr>
              <a:t>CLAWS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C0000"/>
                </a:solidFill>
              </a:rPr>
              <a:t>RVCE_SynthShield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0000"/>
                </a:solidFill>
              </a:rPr>
              <a:t>Artificial User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</a:rPr>
              <a:t>LIKHITH RAJ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317296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</a:rPr>
              <a:t>SIMRAN S PATIL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364845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</a:rPr>
              <a:t>PARINITHA BS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" y="412394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</a:rPr>
              <a:t>VENKUMAHANTHI TANIYA</a:t>
            </a:r>
            <a:endParaRPr lang="en-US" sz="3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63F3E7-589D-3ED2-ABE8-1510AEDB1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216" y="1308001"/>
            <a:ext cx="9000029" cy="67200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Why this theme?  On-Device AI · Productivity · GenAI Research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Samsung races to ship Galaxy AI features, but every test needs real user data. GDPR, Knox, and Zero Trust block it — so AI ships undertested.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9631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What problem are we solving?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80720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Existing synthetic data tools generate random noise, not real human patterns. They miss edge cases and can't catch real bugs.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644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Who faces this?  (persona)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57530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AI devs at Samsung  ·  Privacy &amp; compliance teams  ·  GenAI researchers  ·  Fintech &amp; healthcare builders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403250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Why is it important?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Every undertested AI day costs user trust. GDPR violations cost millions. A privacy-safe test layer isn't nice-to-have — it's mandatory.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 &amp; Gaps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Existing solutions (if any)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1. Anonymised real data — re-identification risk still exists, blocked by Zero Trust.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2. Basic synthetic data tools — random fields, not real behavioural patterns.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3. Manual test scripts — don't scale, miss user diversity.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79806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What's missing / broken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No tool today gives data that is privacy-guaranteed, behaviourally realistic, AND pluggable into a live AI test pipeline — all three at once.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66674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The Opportunity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97764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Build an agent that fabricates complete fake humans with real-feeling digital footprints that AI can safely test against.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Solutions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What we built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236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SynthShield — a 3-layer autonomous agent that generates synthetic user personas and populates a 'Data Tank' with fake emails, calendar events, and app logs.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9974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Core idea explained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84437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Layer 01 — DP Analysis: learns smartphone usage patterns using ε-Differential Privacy math, never touching real data.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Layer 02 — Persona Synthesis: AI creates vivid fake users (a student with midnight scrolling habits, or an exec with back-to-back calendar blocks).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Layer 03 — Data Tank: populates a virtual device with realistic digital artifacts that match the persona's story.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99429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30139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DP-guaranteed privacy  ·  Realistic edge cases  ·  Plugs into Galaxy AI / Knox  ·  Scalable to millions of personas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Product Walkthrough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Screen / 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Config screen → pick persona type (Student / Professional / Traveler) → set ε privacy slider → click 'Run SynthShield Pipeline'.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9572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How the user interacts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0662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3 clicks. Pipeline runs live — Layer 01 fires (DP analysis), Layer 02 fires (Claude API → Persona JSON), Layer 03 fires (Claude API → Artifact JSON).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644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Key moments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575304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★  Persona card appears — fake name, age, job, city, peak hours, top apps, privacy score.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★  Data Tank fills — Emails · Calendar · App logs tabs, each tailored to the persona's story.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★  Hit 'New Run' — a completely different human generated in seconds.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&amp;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Frontend: React + Vite     AI / LLM: Claude Sonnet 4 (Anthropic API)     Privacy layer: ε-Differential Privacy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9572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AI usage — model, APIs,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0662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Model: claude-sonnet-4  ·  API: Anthropic /v1/messages  ·  Called twice per run with structured JSON prompts. No fine-tuning. No training data needed.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6440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System flow (simple)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575304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User sets persona + ε  →  DP analysis (Layer 1)  →  Claude API → Persona JSON (Layer 2)  →  Claude API → Artifacts JSON (Layer 3)  →  Data Tank renders: emails · calendar · app logs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4233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Security boundary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5445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Fully compliant with Samsung Knox and Zero Trust. Zero real user data ever enters the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Use Cases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74657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Samsung QA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5747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Galaxy AI's 'Suggested Reply' needs 1,000 diverse inboxes. SynthShield generates them in minutes — zero data exposure.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514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Healthcare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8255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A med-app needs to test AI scheduling. Patient calendars are HIPAA-protected. SynthShield generates synthetic patient profiles instead.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8276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Fintech company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59366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Banking AI needs to test fraud detection on spending habits. Real financial data can't leave the vault. SynthShield creates behaviourally accurate synthetic accounts.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FC8C2-26B5-B484-6AEA-EB9BDBB8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7E054C-DA03-F57F-0377-5D6FBA06AC21}"/>
              </a:ext>
            </a:extLst>
          </p:cNvPr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8B5F17-D638-B108-3F3F-323754444030}"/>
              </a:ext>
            </a:extLst>
          </p:cNvPr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8F8B7B-16F4-A982-59F7-F9A8225AA07F}"/>
              </a:ext>
            </a:extLst>
          </p:cNvPr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74C607-447F-01CB-A6FB-4D130935229E}"/>
              </a:ext>
            </a:extLst>
          </p:cNvPr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Use Cases</a:t>
            </a:r>
            <a:endParaRPr lang="en-US" sz="4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AC51E6B-15FC-2643-042B-7C2D3FCB4CD8}"/>
              </a:ext>
            </a:extLst>
          </p:cNvPr>
          <p:cNvSpPr/>
          <p:nvPr/>
        </p:nvSpPr>
        <p:spPr>
          <a:xfrm>
            <a:off x="685800" y="198068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University researcher</a:t>
            </a:r>
            <a:endParaRPr lang="en-US" sz="16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28E171A-7D59-FE50-54FE-4ACAB4B2ED53}"/>
              </a:ext>
            </a:extLst>
          </p:cNvPr>
          <p:cNvSpPr/>
          <p:nvPr/>
        </p:nvSpPr>
        <p:spPr>
          <a:xfrm>
            <a:off x="685800" y="229158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HCI study needs 500 diverse phone-usage profiles. SynthShield generates a research-grade dataset overnight — no ethics board issues.</a:t>
            </a:r>
            <a:endParaRPr lang="en-US" sz="15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2787519-BCFF-67DC-56B9-5492A15D4C71}"/>
              </a:ext>
            </a:extLst>
          </p:cNvPr>
          <p:cNvSpPr/>
          <p:nvPr/>
        </p:nvSpPr>
        <p:spPr>
          <a:xfrm>
            <a:off x="685800" y="274878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Scale potential</a:t>
            </a:r>
            <a:endParaRPr lang="en-US" sz="16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DD95C450-C35F-FC0A-7F09-5A7464309712}"/>
              </a:ext>
            </a:extLst>
          </p:cNvPr>
          <p:cNvSpPr/>
          <p:nvPr/>
        </p:nvSpPr>
        <p:spPr>
          <a:xfrm>
            <a:off x="685800" y="305968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Any org in healthcare, finance, smart devices, or academia that needs AI testing without privacy risk.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1887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50125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Why our solution stands out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1. Behaviourally accurate — we map real digital habit patterns per persona, not random fields. A                 student's data tells a coherent midnight-scrolling story.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2. Mathematically guaranteed privacy — ε-DP is a formal proof, not a claim. No competitor offers this end-to-end.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3. Plugs into live AI test pipelines — the Data Tank connects directly to tools like Galaxy AI.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01930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MOAT 1 — Mathematical privacy (ε-DP)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32276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Differential Privacy is hard to implement correctly. Competitors would need months to replicate the guarantee — not just the look.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8805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MOAT 2 — Persona depth &amp; emergent realism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19144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Emails, calendar, and app logs for each persona tell the same coherent human story. That coherence is what makes AI testing meaningful.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Link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GitHub Repo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github.com/synthshield/artificial-user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Demo Link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700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localhost:5173  (run npm run dev in the synthshield folder)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Document submitted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SynthShield_RV_College_Of_Engineering.pdf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Brownie Slide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198937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SynthShield isn't just a testing tool — it's a new paradigm.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32257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Today we test Samsung Galaxy AI. Tomorrow: hospital AI, autonomous vehicles, financial advisors — anywhere AI needs realistic human behaviour without privacy risk.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The same 3-layer framework works for any domain.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19125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The personas change. The privacy guarantee doesn't.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6484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Privacy isn't a constraint we work around.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95935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</a:rPr>
              <a:t>It's the design principle we build from.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1036</Words>
  <Application>Microsoft Macintosh PowerPoint</Application>
  <PresentationFormat>On-screen Show (16:9)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SynthShield – Artificial User</dc:title>
  <dc:subject>PptxGenJS Presentation</dc:subject>
  <dc:creator>PptxGenJS</dc:creator>
  <cp:lastModifiedBy>Microsoft Office User</cp:lastModifiedBy>
  <cp:revision>6</cp:revision>
  <dcterms:created xsi:type="dcterms:W3CDTF">2026-05-05T11:36:21Z</dcterms:created>
  <dcterms:modified xsi:type="dcterms:W3CDTF">2026-05-05T11:51:01Z</dcterms:modified>
</cp:coreProperties>
</file>