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Artificial User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D8E8"/>
                </a:solidFill>
              </a:rPr>
              <a:t>Privacy-preserving AI testing without ever touching real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108960"/>
            <a:ext cx="2011680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1089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Team: Synth Shield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FD0"/>
                </a:solidFill>
              </a:rPr>
              <a:t>RV College of Engineering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731520"/>
            <a:ext cx="2286000" cy="2286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005840"/>
            <a:ext cx="1737360" cy="173736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128016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280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02920" y="4206240"/>
            <a:ext cx="1691640" cy="329184"/>
          </a:xfrm>
          <a:prstGeom prst="rect">
            <a:avLst/>
          </a:prstGeom>
          <a:solidFill>
            <a:srgbClr val="1A3A4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062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On-Device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0" y="4206240"/>
            <a:ext cx="1691640" cy="329184"/>
          </a:xfrm>
          <a:prstGeom prst="rect">
            <a:avLst/>
          </a:prstGeom>
          <a:solidFill>
            <a:srgbClr val="1A3A4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42062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Productivity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4206240"/>
            <a:ext cx="1691640" cy="329184"/>
          </a:xfrm>
          <a:prstGeom prst="rect">
            <a:avLst/>
          </a:prstGeom>
          <a:solidFill>
            <a:srgbClr val="1A3A4A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42062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GenAI Research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Real data is off-limits. Fake data is useless.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This Theme?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Samsung and others are racing to ship Galaxy AI features — but every test requires real user behaviour. GDPR, Knox, and Zero Trust say: you can't use it. So AI ships undertested.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91440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Core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7276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You can't test AI on real data — and today's synthetic datasets are so robotic they miss real-world edge cases entirely. Bugs slip through. Models underperform in production.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Who faces this?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201168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321868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AI Dev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Can't run realistic QA — bugs reach production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3127248"/>
            <a:ext cx="201168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321868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227832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Privacy Team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33472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Blocked from sharing data even internally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8304" y="3127248"/>
            <a:ext cx="201168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04104" y="321868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04104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Samsung / OEM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09744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Galaxy AI ships with blind spots in edge cases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3127248"/>
            <a:ext cx="2011680" cy="150876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0376" y="321868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580376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Researchers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86016" y="3931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 safe dataset to benchmark GenAI tools 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36676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000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2400E"/>
                </a:solidFill>
              </a:rPr>
              <a:t>Why it matters: Every day AI ships undertested is a day users lose trust — and companies lose compliance standing globally.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CURRENT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What exists today — and why it falls short.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265176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Anonymised Real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73152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19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What works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Based on actual behaviour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What breaks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79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Re-identification risk still exists. Violates Zero Trust.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170432"/>
            <a:ext cx="265176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Basic Synthetic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55648"/>
            <a:ext cx="73152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719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What works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47288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 privacy exposure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10128" y="2487168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3447288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What breaks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47288" y="2679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Robotic patterns. Misses edge cases entirely.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71616" y="1170432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170432"/>
            <a:ext cx="265176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Manual Test Scripts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3056" y="1755648"/>
            <a:ext cx="73152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1719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What works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Controlled test cases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2487168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300216" y="2450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What breaks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26791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Doesn't scale. Misses diversity of real users.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251960"/>
            <a:ext cx="836676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70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445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FAFB"/>
                </a:solidFill>
              </a:rPr>
              <a:t>No existing solution generates synthetic data that is simultaneously realistic, privacy-proof, scalable, and pluggable into real AI test pipelines. That's the gap SynthShield fills.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SynthShield: a 3-layer synthetic data engine.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An autonomous agent that learns how people actually use their phones — then fabricates a completely fake person, with fake emails, fake calendar events, fake app logs — realistic enough to catch real bugs.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8366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55648"/>
            <a:ext cx="640080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5564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Knowledge Acquisition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1671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Differential Privacy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8470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Analyzes anonymised usage trends and builds mathematical models of smartphone behaviour — never touching a single real user record.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15768"/>
            <a:ext cx="8366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15768"/>
            <a:ext cx="640080" cy="8686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1576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Persona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127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AI Persona Synthesis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28072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Generates vivid, multi-dimensional synthetic users: a student with midnight scrolling habits, or a corporate exec with back-to-back calendar blocks.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8366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75888"/>
            <a:ext cx="640080" cy="868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75888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Data Tank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087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Artifact Population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7673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Fills a virtual device environment with matching emails, photos, app logs, and calendar events that fit the persona's story — ready for AI tools to consume.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663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4919472"/>
            <a:ext cx="1965960" cy="329184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1947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DP-Guaranteed Privacy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919472"/>
            <a:ext cx="1965960" cy="329184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491947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Realistic Edge Cases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919472"/>
            <a:ext cx="1965960" cy="329184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91947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Plug-in to Galaxy AI / Knox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919472"/>
            <a:ext cx="1965960" cy="329184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4919472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Scalable to millions of personas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DEMO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3 clicks. One fully synthetic user. Ready to test.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533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3350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Pick a persona 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673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Choose Student, Professional, or Traveler — each maps to a distinct digital lifestyle and usage pattern.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703320" cy="219456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Key moment: User sets intent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533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13832" y="13350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Set privacy budget (ε)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13832" y="1673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Slide the differential privacy dial. Lower ε = stronger privacy but less realism. 0.8 is the sweet spot.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560320"/>
            <a:ext cx="3703320" cy="219456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6032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Key moment: DP parameter locked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2278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32095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Run the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5478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Watch 3 layers execute live — DP modelling → AI persona synthesis → Data Tank population.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3703320" cy="219456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Key moment: AI generates in real time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044952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32278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13832" y="32095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Inspect the Data Tank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13832" y="35478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Browse fake emails, calendar events, and app logs — all tailored to the persona's story. Swap tabs, run again.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434840"/>
            <a:ext cx="3703320" cy="219456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443484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Key moment: Artifacts ready for QA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TECH &amp;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Simple stack. Serious privacy engineering.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18872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39319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282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AI / 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72821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Claude Sonnet (Anthropic API)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6771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Privacy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26771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Differential Privacy (ε-DP math)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9319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8072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Persona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80720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Prompt-engineered structured JSON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3467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Data Tank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34670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In-memory synthetic artifact 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67912"/>
            <a:ext cx="39319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88620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Security Boundary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38862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Samsung Knox / Zero Trust compatible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170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System 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554480"/>
            <a:ext cx="402336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5544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 sets persona + 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2029968"/>
            <a:ext cx="274320" cy="1737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03704"/>
            <a:ext cx="402336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2037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DP analysis (Layer 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2679192"/>
            <a:ext cx="274320" cy="1737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2852928"/>
            <a:ext cx="402336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8529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Claude API → Persona JSON (Layer 2)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92240" y="3328416"/>
            <a:ext cx="274320" cy="1737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3502152"/>
            <a:ext cx="402336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5021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Claude API → Artifacts JSON (Layer 3)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92240" y="3977640"/>
            <a:ext cx="274320" cy="17373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4151376"/>
            <a:ext cx="4023360" cy="47548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1513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 Tank renders: emails · calendar · logs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8366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AI usage: Claude Sonnet 4 via Anthropic API — called twice per run with structured JSON prompts. Zero fine-tuning needed.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IMPACT &amp; 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Four real scenarios where SynthShield matters.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6908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Samsung QA team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Galaxy AI needs to test its 'Suggested Reply' feature. They can't use real emails. SynthShield spins up 1,000 synthetic inboxes in minutes — diverse tones, languages, edge cases.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624328"/>
            <a:ext cx="3749040" cy="23774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2432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Outcome: Bugs caught pre-launch. Zero data exposure.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069080" cy="42062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1430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Healthcare AI startup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1848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med-app wants to test its AI scheduling assistant but patient calendars are off-limits under HIPAA. SynthShield generates synthetic patient profiles with realistic appointment histories.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624328"/>
            <a:ext cx="3749040" cy="23774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262432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Outcome: HIPAA-compliant testing at full scale.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63240"/>
            <a:ext cx="4069080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632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Fintech company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banking app's AI needs testing on transaction patterns and spending habits. Real financial data can never leave the vault. SynthShield creates behaviorally accurate synthetic accounts.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44568"/>
            <a:ext cx="3749040" cy="23774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54456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Outcome: Fraud detection AI tested safely.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63240"/>
            <a:ext cx="4069080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0632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University researcher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53872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 HCI researcher needs 500 diverse smartphone usage profiles for a GenAI study. No ethics board would approve real data collection at that scale. SynthShield generates it overnight.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4544568"/>
            <a:ext cx="3749040" cy="23774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454456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Outcome: Research-grade dataset, zero consent issues.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366760" cy="201168"/>
          </a:xfrm>
          <a:prstGeom prst="rect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81888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Scale potential: Any organisation in healthcare, finance, smart devices or academia that needs AI testing without privacy risk. Global TAM.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nobody can just copy this overnight.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366760" cy="914400"/>
          </a:xfrm>
          <a:prstGeom prst="rect">
            <a:avLst/>
          </a:prstGeom>
          <a:solidFill>
            <a:srgbClr val="12263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0972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Behaviourally accurate, not just random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Most synthetic data generators randomise fields. SynthShield maps real digital habit patterns — midnight usage for students, heavy calendar blocks for execs. The AI knows the difference.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366760" cy="914400"/>
          </a:xfrm>
          <a:prstGeom prst="rect">
            <a:avLst/>
          </a:prstGeom>
          <a:solidFill>
            <a:srgbClr val="12263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317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Privacy-mathematically guaranteed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243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Not just 'we anonymised it.' Differential Privacy provides a formal mathematical guarantee that no individual's data can be inferred — something no existing synthetic tool offers end-to-end.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37560"/>
            <a:ext cx="8366760" cy="914400"/>
          </a:xfrm>
          <a:prstGeom prst="rect">
            <a:avLst/>
          </a:prstGeom>
          <a:solidFill>
            <a:srgbClr val="12263A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337560"/>
            <a:ext cx="109728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832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Plugs directly into real AI test pipelines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6758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The Data Tank is designed to slot straight into GenAI tools like Galaxy AI — not a standalone dataset dump, but a live, interactive test environment.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The 2 Strong MOATs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406908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572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MOAT 1: Mathematical privacy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B"/>
                </a:solidFill>
              </a:rPr>
              <a:t>ε-DP is hard to implement correctly. We've built the pipeline. Competitors would need months to replicate the guarantee — not just the look.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4572000"/>
            <a:ext cx="406908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572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MOAT 2: Persona depth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8006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B"/>
                </a:solidFill>
              </a:rPr>
              <a:t>Our habit-mapping creates emergent realism. A student persona generates emails, app logs, and calendar events that tell a coherent story — not isolated random records.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</a:rPr>
              <a:t>SUBMISSION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Find us, try it, read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366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8448" y="12984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Demo Link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57276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localhost:5173 (live demo)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404872"/>
            <a:ext cx="8366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52374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237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98448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GitHub Repo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27432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github.com/synthshield/artificial-user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8366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694176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694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98448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Document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8448" y="391363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SynthShield_RV_College_Of_Engineering.pdf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36676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8"/>
                </a:solidFill>
              </a:rPr>
              <a:t>Team Synth Shield · RV College of Engineering · Theme: On-Device AI · Productivity · GenAI Research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Brownie Slide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FAFB"/>
                </a:solidFill>
              </a:rPr>
              <a:t>One thing we didn't fit anywhere else: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SynthShield isn't just a testing tool — it's a new paradigm for how AI should be built.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4140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AFB"/>
                </a:solidFill>
              </a:rPr>
              <a:t>Today we test Samsung Galaxy AI. Tomorrow: hospital AI, autonomous vehicles, financial advisors.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0998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AFB"/>
                </a:solidFill>
              </a:rPr>
              <a:t>The same 3-layer framework works for any AI that needs realistic human behaviour to train or test against.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67328"/>
            <a:ext cx="73152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78561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AFB"/>
                </a:solidFill>
              </a:rPr>
              <a:t>Privacy isn't a constraint we work around — it's the design principle we build from.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SynthShield – Artificial User</dc:title>
  <dc:subject>PptxGenJS Presentation</dc:subject>
  <dc:creator>PptxGenJS</dc:creator>
  <cp:lastModifiedBy>PptxGenJS</cp:lastModifiedBy>
  <cp:revision>1</cp:revision>
  <dcterms:created xsi:type="dcterms:W3CDTF">2026-05-05T11:18:31Z</dcterms:created>
  <dcterms:modified xsi:type="dcterms:W3CDTF">2026-05-05T11:18:31Z</dcterms:modified>
</cp:coreProperties>
</file>